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1828800" cy="6858000"/>
          </a:xfrm>
          <a:prstGeom prst="rtTriangle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oogle Sans"/>
              </a:rPr>
              <a:t>Культура Онлайн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>
                <a:solidFill>
                  <a:srgbClr val="FFFFFF"/>
                </a:solidFill>
                <a:latin typeface="Google Sans"/>
              </a:rPr>
              <a:t>Цифровая платформа для учреждений культуры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Проблема: Отсутствие цифрового присутствия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Большинство учреждений культуры не имеют современного сайта.</a:t>
            </a:r>
            <a:br/>
            <a:r>
              <a:t>Отсутствие онлайн-присутствия снижает доступность культуры для населения.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Проблема: Высокая стоимость входа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Разработка сайта с нуля стоит от 100 тыс. руб. и занимает 2-3 месяца.</a:t>
            </a:r>
            <a:br/>
            <a:r>
              <a:t>Малые учреждения не могут позволить такие расходы.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Почему это важно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Государственная программа "Цифровая культура" требует онлайн-присутствия.</a:t>
            </a:r>
            <a:br/>
            <a:r>
              <a:t>Рост спроса на онлайн-услуги после 2020 года.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Наше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Готовая отраслевая платформа с типовыми модулями.</a:t>
            </a:r>
            <a:br/>
            <a:r>
              <a:t>Внедрение за 1 неделю без программистов.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Продукт: Что входит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• Современный сайт учреждения</a:t>
            </a:r>
            <a:br/>
            <a:r>
              <a:t>• Система афиши и событий</a:t>
            </a:r>
            <a:br/>
            <a:r>
              <a:t>• Онлайн-запись на мероприятия</a:t>
            </a:r>
            <a:br/>
            <a:r>
              <a:t>• Админ-панель для сотрудников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Ключевые модули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Конструктор сайтов: шаблоны, блоки.</a:t>
            </a:r>
            <a:br/>
            <a:r>
              <a:t>Афиша: создание событий, категории.</a:t>
            </a:r>
            <a:br/>
            <a:r>
              <a:t>Запись: формы, уведомления.</a:t>
            </a:r>
            <a:br/>
            <a:r>
              <a:t>Аналитика: посещаемость, конверсия.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Бизнес-модель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Единовременная плата за внедрение: 29 000 руб.</a:t>
            </a:r>
            <a:br/>
            <a:r>
              <a:t>Ежемесячная подписка: 9 000 руб.</a:t>
            </a:r>
            <a:br/>
            <a:r>
              <a:t>Дополнительные услуги: обучение, доработки.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Клиенты и Партнёры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Клиенты: дома культуры, библиотеки, музеи, театры.</a:t>
            </a:r>
            <a:br/>
            <a:r>
              <a:t>Партнёры: региональные министерства, интеграторы.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Объем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TAM: 750 млн руб. (все учреждения культуры РФ)</a:t>
            </a:r>
            <a:br/>
            <a:r>
              <a:t>SAM: 200 млн руб. (учреждения в цифровизации)</a:t>
            </a:r>
            <a:br/>
            <a:r>
              <a:t>SOM: 10 млн руб./год (план на 3 год)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Конкуренция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Прямые конкуренты: конструкторы сайтов (Tilda, Wix).</a:t>
            </a:r>
            <a:br/>
            <a:r>
              <a:t>Косвенные: веб-студии, самописные решения.</a:t>
            </a:r>
            <a:br/>
            <a:r>
              <a:t>Наше преимущество: отраслевая специфика, низкая цена.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Текущие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Прототип платформы готов.</a:t>
            </a:r>
            <a:br/>
            <a:r>
              <a:t>Проведено 11 интервью с потенциальными клиентами.</a:t>
            </a:r>
            <a:br/>
            <a:r>
              <a:t>Подтвержден интерес к продукту.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Стратегия развития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2024: запуск пилота в 3 регионах.</a:t>
            </a:r>
            <a:br/>
            <a:r>
              <a:t>2025: масштабирование на 10 регионов.</a:t>
            </a:r>
            <a:br/>
            <a:r>
              <a:t>2026: выход на самоокупаемость.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Финансовый прогноз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Год 1: выручка 2 млн руб., убыток 1 млн.</a:t>
            </a:r>
            <a:br/>
            <a:r>
              <a:t>Год 2: выручка 8 млн руб., прибыль 2 млн.</a:t>
            </a:r>
            <a:br/>
            <a:r>
              <a:t>Год 3: выручка 20 млн руб., прибыль 8 млн.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Запрос инвестиций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Требуется 1 млн руб. гранта.</a:t>
            </a:r>
            <a:br/>
            <a:r>
              <a:t>45%: доработка продукта.</a:t>
            </a:r>
            <a:br/>
            <a:r>
              <a:t>55%: продажи и маркетинг.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Команда: Семён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Основатель, продукт.</a:t>
            </a:r>
            <a:br/>
            <a:r>
              <a:t>Опыт: 5 лет в IT, экс-продуктовый менеджер Яндекса.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Google Sans"/>
              </a:rPr>
              <a:t>Команда: Алексей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Google Sans"/>
              </a:rPr>
              <a:t>Основатель, технологии.</a:t>
            </a:r>
            <a:br/>
            <a:r>
              <a:t>Опыт: 7 лет разработки, fullstack разработчик.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82880" cy="50292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