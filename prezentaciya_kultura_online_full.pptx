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490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63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0505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03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00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37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40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623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0505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74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74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E1E1E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10515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32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50505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