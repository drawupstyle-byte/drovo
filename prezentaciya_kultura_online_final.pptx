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Культура.Онлайн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Цифровая платформа для учреждений культуры: современный сайт, афиша и онлайн-запись - без разработчика и долгого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[Имя основателя] | [Email / сайт] | Стадия: [MVP / пилотные клиенты]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01 / ПРОБЛЕМА — Актуальность, востребованность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В чём суть проблемы: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В России ~16 000 учреждений культуры. Большинство из них не существуют в интернете - нет современного сайта, нет афиши, нет онлайн-билетов. Молодёжь ищет в яндексе куда пойти, ничего не находит и идёт в ТЦ или кино.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Цена проблемы: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6908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Учреждения теряют десятки посетителей ежедневно. При среднем билете 400 руб. - это 2–5 млн руб./год упущенной выручки с одного места. А если умножить на 1000? 16000?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01 (продолжение) / ПРОБЛЕМА — Почему решение актуально именно сейчас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Почему решение актуально именно сейчас: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Государство активно вкладывает в культуру: Пушкинская карта дала молодёжи деньги на поход в музей, нацпроект «Культура» финансирует ремонты и оборудование. А цифровой инфраструктуры нет. Учреждения физически обновляются, а способы записи к ним как в 2009.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02 / РЕШЕНИЕ — Предлагаемое решение проблемы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Ваше решение: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Культура.Онлайн - готовая отраслевая платформа для учреждений культуры. Не разработка с нуля под каждого, а единая система с продуманной архитектурой, которая адаптируется под конкретный музей или дом культуры и запускается за 7–14 дней.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Учреждение получает современный сайт, афишу с онлайн-записью и продажей билетов, интеграцию с Пушкинской картой - и панель управления, где сотрудник добавляет новое мероприятие за 3 минуты без участия программиста.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Технику берём на себя: хостинг, обновления, поддержка. Учреждение просто работает с аудиторией.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03 /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Архитектура разработана один раз. Каждый новый клиент - адаптация под учреждение, а не разработка с нуля. Это и есть масштаб и отсутствие границ.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Что входит: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Современный сайт с готовой структурой под задачи культурного учреждения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Встроенный модуль афиши: сотрудник добавляет мероприятие сам - как пост в соцсети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9768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Онлайн-запись/продажа билетов, в том числе по Пушкинской карте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920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Панель управления без единой строки кода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48640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Техническое сопровождение и обновления функций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03 (продолжение) / ПРОДУКТ — Ключевые модули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Ключевые модули платформы: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Афиша и календарь событий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Онлайн-бронирование и оплата билетов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8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Интеграция с Пушкинской картой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2062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Новости и публикации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0060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Адаптивный дизайн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949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Аналитика посещаемости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98932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12648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[Здесь рекомендуется разместить скриншоты панели управления или пример готового сайта]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06 / БИЗНЕС-МОДЕЛЬ — Как проект зарабатывает деньги?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Монетизация: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Модель подписки (ежемесячный платёж за пользование) + разовая плата за внедрение и адаптацию.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Внедрение и настройка (+оплата за первый месяц): 29.000 рублей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Ежемесячная подписка: 9.000 рублей/месяц (техподдержка, обновления, хостинг, инструкции по работе) либо добавить возможность оплаты 50.000 рублей/год (выгода 53%).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2628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! = это меньше, чем разовый запрос разработчику - а сюда уже входит хостинг, обновления, техподдержка и инструкции по работе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Дополнительные опции по запросу: интеграция с кассой, мультиязычность, 3Д-туры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06 (продолжение) / БИЗНЕС-МОДЕЛЬ — Клиенты и партнёры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Кто клиенты: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Приоритетные сегменты - государственные и муниципальные музеи, галереи и выставочные залы (300–500), дома культуры. Именно музеи - наиболее платёжеспособный сегмент с государственным финансированием.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Как узнают: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Прямые переговоры с руководством учреждений (письма по email, телефонные звонки, личные встречи)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8056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Участие в отраслевых форумах и культурных событиях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7492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Партнёрство с региональными министерствами культуры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66928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Рекомендации внутри профессионального сообщества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26364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Кто партнёры: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07 / РЫНОК — TAM / SAM / SOM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TAM (весь рынок):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Учреждения культуры в России - это свыше 16 000 объектов: ~3 900 государственных музеев (Госкаталог, 2025), тысячи домов культуры (только в 2024 отремонтировано 1 562 из них), сотни галерей, заповедников и арт-пространств. Каждое из них потенциально нуждается в цифровом присутствии.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Расчёт TAM: 15 000 учреждений × 50 000 руб./год (подписка) = ~750 млн руб./год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SAM (достижимый рынок):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Учреждения с реальным бюджетом на цифру и потребностью в продукте - прежде всего государственные и муниципальные музеи, галереи, крупные дома культуры. Оценочно - 4 000–5 000 объектов.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49240"/>
            <a:ext cx="10515600" cy="4572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Arial"/>
              </a:rPr>
              <a:t>Расчёт SAM: 4 000 учреждений × 50 000 руб./год = ~200 млн руб./год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94360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08076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SOM (реалистичная доля за 1–3 года):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08 / КОНКУРЕНЦИЯ — Существующие альтернативы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Главное преимущество: мы не универсальный конструктор и не агентство. Мы продукт, который уже знает, что такое объект культуры, Пушкинская карта и экскурсионное расписание - и не требует объяснять это заново каждому клиенту.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09 / РЕЗУЛЬТАТЫ — Достигнутые 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Стадия: разработан прототип платформы - спроектированы основные страницы, блоки, структура админ-панели. Остаётся дизайн, вёрстка, сложные технические интеграции. Именно поэтому требуется привлечение финансирования.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Подтверждённый интерес: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Проведено 11 глубинных интервью с представителями учреждений городов: Екатеринбург, Верхняя Пышма, Среднеуральск. Более половины готовы попробовать решение при понятной цене и условиях.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4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Рынок подтверждён: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Проанализировано 10+ сегментов, свыше ≈10 000 потенциальных клиентов по России.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Свердловская область - стартовый регион: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621792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3550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Более 2 000 организаций культуры, из них свыше 120 государственных и муниципальных музеев и около 900 культурно-досуговых учреждений - и это только один регион.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08 / СТРАТЕГИЯ РАЗВИТИЯ — Как проект будет масштабироваться?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Год 1. Пилотный запуск в одном регионе, имея минимально рабочий продукт. Подключение первых 10 учреждений. Доработка продукта по обратной связи. Формирование кейсов по сегментам (для лучшего понимания ценности продукта).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Год 2. Масштабирование на 3-5 регионов. Партнёрства с региональными министерствами культуры. Подключение 50-100 учреждений. Первая стабильная подписная выручка.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Год 3. Федеральный охват. Продуктовое расширение (аналитика посещаемости, CRM для учреждений, интеграция с государственными системами). 200-300 активных клиентов.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Год 4–5. Платформенная модель: учреждения сами рекомендуют продукт коллегам. Выход на самоокупаемость и рост без пропорционального увеличения команды - за счёт единой архитектуры.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3776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Масштабируемость заложена в архитектуре: добавление нового клиента не требует создания нового продукта. Это означает рост выручки без пропорционального роста затрат.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12 / ФИНАНСЫ — Прогноз на 1–5 лет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Расчёт построен на базовом сценарии: средняя подписка 9 000 руб./мес. на клиента + разовое внедрение 29 000 руб.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13 / ЗАПРОС — На что нужны инвестиции?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Запрос: 1.000.000 рублей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Направления использования: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Продукт (45% = 450.000) - доведение платформы до логического завершения: дизайн, верстка, модули редактирования, интеграции, мобильное приложение для администратора учреждения, усиление технической части.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10515600" cy="685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• Продажи и развитие (55% = 550.000) - найм менеджера по работе с клиентами, участие в отраслевых мероприятиях, пилотные партнёрства с региональными учреждениями, рассылки email-писем для руководителей, реклама в профильных каналах.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13 (продолжение) / ЗАПРОС — Почему грант, а не кредит?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Продукт структурно готов - есть прототип, архитектура, логика. Не хватает дизайна, вёрстки и финального запуска. Грант закрывает именно этот этап: довести до рабочего продукта и выйти на первых 50 клиентов.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Социальный эффект: больше учреждений культуры онлайн - больше людей до них доходит. Простая механика с измеримым результатом.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Arial"/>
              </a:rPr>
              <a:t>11 / КОМАНДА — Почему именно вы?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515600" cy="4572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Семён - руководитель проекта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В сфере запуска интернет-проектов с 2019 года.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Руководил командой 6+ человек.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Понимает продукт целиком: как работает, как интегрируется с внешними сервисами.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Контролирует все этапы: от идеи до запуска.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Arial"/>
              </a:rPr>
              <a:t>Алексей - архитектура и логика продукта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Спроектировал структуру более 50 сайтов и платформ, среди которых smartranking.ru - федеральный агрегатор рейтингов.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Понимает, где пользователь теряется, а где всё понятно.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Отвечает за логику работы платформы.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