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400" b="1">
                <a:solidFill>
                  <a:srgbClr val="FFFFFF"/>
                </a:solidFill>
                <a:latin typeface="Arial"/>
              </a:rPr>
              <a:t>Культура Онлайн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0">
                <a:solidFill>
                  <a:srgbClr val="34BFA3"/>
                </a:solidFill>
                <a:latin typeface="Arial"/>
              </a:rPr>
              <a:t>Цифровая платформа для учреждений культуры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C8C8C8"/>
                </a:solidFill>
                <a:latin typeface="Arial"/>
              </a:rPr>
              <a:t>Презентация проекта |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Проблема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Отсутствие цифрового присутствия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Большинство региональных музеев, театров и библиотек не имеют современного сайта. Существующие ресурсы устарели, не адаптированы под мобильные устройства и не позволяют взаимодействовать с аудиторией.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Высокий порог входа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Разработка индивидуального сайта стоит от 100 000 руб., поддержка — от 10 000 руб./мес. Учреждениям культуры не хватает бюджета и технических специалистов.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Низкая вовлеченность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Нет удобных инструментов для афиши, онлайн-записи и продажи билетов. Посетители уходят к конкурентам или в развлекательные центры.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Решение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Готовая отраслевая платформа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Конструктор сайтов специально для культуры. Запуск за 3 дня без программистов.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Все инструменты в одном окне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Сайт, афиша, билетная система, онлайн-запись на экскурсии и мерч в едином интерфейсе.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Доступная цена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Подписка вместо дорогой разработки. Окупаемость за счет привлечения новых посетителей.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Продукт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9260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Что входит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Адаптивный дизайн (мобильная версия)</a:t>
            </a:r>
            <a:br/>
            <a:r>
              <a:t>• Конструктор страниц (Drag &amp; Drop)</a:t>
            </a:r>
            <a:br/>
            <a:r>
              <a:t>• Модуль «Афиша» с фильтрами</a:t>
            </a:r>
            <a:br/>
            <a:r>
              <a:t>• Система бронирования и оплаты</a:t>
            </a:r>
            <a:br/>
            <a:r>
              <a:t>• Личный кабинет учреждения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846320"/>
            <a:ext cx="10332720" cy="24688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51206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Ключевые преимущества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56692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Не нужно знать код</a:t>
            </a:r>
            <a:br/>
            <a:r>
              <a:t>• Поддержка 24/7</a:t>
            </a:r>
            <a:br/>
            <a:r>
              <a:t>• Интеграция с Госуслугами и Пушкинской картой</a:t>
            </a:r>
            <a:br/>
            <a:r>
              <a:t>• Аналитика посещаемости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Бизнес-модель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Монетизация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Единовременная плата за внедрение: 29 000 руб.</a:t>
            </a:r>
            <a:br/>
            <a:r>
              <a:t>• Ежемесячная подписка: 9 000 руб.</a:t>
            </a:r>
            <a:br/>
            <a:r>
              <a:t>• Комиссия с продаж билетов (опционально): 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Клиенты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Муниципальные и частные музеи, театры, дома культуры, библиотеки, выставочные залы.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Рынок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Объем рынка (TAM)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~750 млн руб./год (все учреждения культуры РФ, нуждающиеся в цифровизации).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Доступный рынок (SAM)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~200 млн руб./год (учреждения в регионах присутствия и готовые платить).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Реалистичная доля (SOM)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~10 млн руб./год на 3-й год работы (захват 50-70 клиентов).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Конкуренция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Прямые конкуренты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Tilda, WordPress (требуют доработки под специфику культуры), специализированные студии веб-разработки.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Наши преимущества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Отраслевая специфика «из коробки»</a:t>
            </a:r>
            <a:br/>
            <a:r>
              <a:t>• Дешевле студий в 5 раз</a:t>
            </a:r>
            <a:br/>
            <a:r>
              <a:t>• Проще конструкторов общего назначения для задач культуры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Результаты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Текущий статус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Готов рабочий прототип платформы (MVP).</a:t>
            </a:r>
            <a:br/>
            <a:r>
              <a:t>• Проведено 11 глубинных интервью с директорами учреждений.</a:t>
            </a:r>
            <a:br/>
            <a:r>
              <a:t>• Получено 5 писем о намерениях (LOI).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Пилотные проекты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Ведем переговоры с 3 музеями о запуске пилота в следующем месяце.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Стратегия развития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Запуск пилотов, доработка продукта, первые 10 платных клиентов.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Масштабирование продаж в 5 регионах, выход на 50 клиентов.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Федеральное покрытие, интеграция с туристическими агрегаторами, 150+ клиентов.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Финансы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Прогноз выручки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Год 1: 1.5 млн руб.</a:t>
            </a:r>
            <a:br/>
            <a:r>
              <a:t>Год 2: 6 млн руб.</a:t>
            </a:r>
            <a:br/>
            <a:r>
              <a:t>Год 3: 15 млн руб.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Расходы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Основные статьи: разработка продукта (45%), маркетинг и продажи (35%), операционка (20%).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Запрос инвестиций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Необходимая сумма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1 000 000 рублей (грант / посевные инвестиции).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На что пойдут средства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• 45% — Доработка функционала и мобильного приложения.</a:t>
            </a:r>
            <a:br/>
            <a:r>
              <a:t>• 55% — Маркетинг, продажи и участие в конференциях.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6217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6492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Почему грант?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7040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Социальная значимость проекта, поддержка культурного наследия, возможность быстрого масштабирования при поддержке государства.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333333"/>
                </a:solidFill>
                <a:latin typeface="Arial"/>
              </a:rPr>
              <a:t>Команда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188720"/>
            <a:ext cx="1828800" cy="9144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Семён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CEO / Продукт. Опыт в IT-стартапах 5 лет. Эксперт в сфере цифровизации культуры.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931920"/>
            <a:ext cx="10332720" cy="2011680"/>
          </a:xfrm>
          <a:prstGeom prst="roundRect">
            <a:avLst>
              <a:gd name="adj" fmla="val 10000"/>
            </a:avLst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4206240"/>
            <a:ext cx="9144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4BFA3"/>
                </a:solidFill>
                <a:latin typeface="Arial"/>
              </a:rPr>
              <a:t>Алексей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7548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33333"/>
                </a:solidFill>
                <a:latin typeface="Arial"/>
              </a:rPr>
              <a:t>CTO / Разработка. Fullstack разработчик. Реализовал более 20 проектов на Tilda и CMS.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34B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600" b="1">
                <a:solidFill>
                  <a:srgbClr val="333333"/>
                </a:solidFill>
                <a:latin typeface="Arial"/>
              </a:rPr>
              <a:t>Спасибо за внимание!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0">
                <a:solidFill>
                  <a:srgbClr val="34BFA3"/>
                </a:solidFill>
                <a:latin typeface="Arial"/>
              </a:rPr>
              <a:t>Готовы ответить на ваши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contact@kultura-online.ru | +7 (999) 000-00-00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